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4263" y="872070"/>
            <a:ext cx="6694575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Al-Based Fake Identity &amp; Document Screening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TID162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Team TRINETRA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56619" y="0"/>
            <a:ext cx="8160776" cy="105958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Al-Based Fake Identity &amp; Document Screening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2026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268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DD423398-16BC-8214-57D7-E2C9135FFC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A20731-DD3B-9B83-94E8-A496025146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0" t="22817" r="1970" b="9307"/>
          <a:stretch>
            <a:fillRect/>
          </a:stretch>
        </p:blipFill>
        <p:spPr>
          <a:xfrm>
            <a:off x="995712" y="1553642"/>
            <a:ext cx="9753211" cy="45423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756487-5044-10A3-347C-7540B8B9E1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9" t="16545" r="2015" b="8147"/>
          <a:stretch>
            <a:fillRect/>
          </a:stretch>
        </p:blipFill>
        <p:spPr>
          <a:xfrm>
            <a:off x="1125794" y="1201993"/>
            <a:ext cx="9940412" cy="4756355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4DE4CBDB-C8D2-89B9-C8F9-7633744AA5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8F7042-7312-7C34-8389-FE5860107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2" t="9675" r="1382" b="24966"/>
          <a:stretch>
            <a:fillRect/>
          </a:stretch>
        </p:blipFill>
        <p:spPr>
          <a:xfrm>
            <a:off x="416477" y="1359451"/>
            <a:ext cx="11359044" cy="4317491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79853030-0C3D-FDE0-2801-CC93C6154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48FDDE2-D32A-0DAA-B55D-9812CA2B3F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268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C7A40F25-9F45-0AA2-74AD-874711E104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C01F7B-824F-BD35-568F-835B2007A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5" t="16590" r="1513" b="22478"/>
          <a:stretch>
            <a:fillRect/>
          </a:stretch>
        </p:blipFill>
        <p:spPr>
          <a:xfrm>
            <a:off x="1111044" y="1395246"/>
            <a:ext cx="9635613" cy="469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>
                <a:solidFill>
                  <a:prstClr val="white"/>
                </a:solidFill>
              </a:rPr>
              <a:t>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582C50-0550-307C-B241-4D3FC54658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2" t="21481" r="914" b="1991"/>
          <a:stretch>
            <a:fillRect/>
          </a:stretch>
        </p:blipFill>
        <p:spPr>
          <a:xfrm>
            <a:off x="1056639" y="1255001"/>
            <a:ext cx="10078720" cy="4904340"/>
          </a:xfrm>
          <a:prstGeom prst="rect">
            <a:avLst/>
          </a:prstGeom>
        </p:spPr>
      </p:pic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200EC353-F00A-DAB7-5E04-5C607F9674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TRINETRA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7556</TotalTime>
  <Words>101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Al-Based Fake Identity &amp; Document Screening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sriharipriya21@outlook.com</cp:lastModifiedBy>
  <cp:revision>151</cp:revision>
  <dcterms:created xsi:type="dcterms:W3CDTF">2013-12-12T18:46:50Z</dcterms:created>
  <dcterms:modified xsi:type="dcterms:W3CDTF">2026-09-09T18:34:52Z</dcterms:modified>
  <cp:category/>
</cp:coreProperties>
</file>